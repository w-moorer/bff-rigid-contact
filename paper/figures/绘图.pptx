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1" r:id="rId5"/>
    <p:sldId id="260" r:id="rId6"/>
    <p:sldId id="258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100" d="100"/>
          <a:sy n="100" d="100"/>
        </p:scale>
        <p:origin x="990" y="-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3.wmf"/><Relationship Id="rId1" Type="http://schemas.openxmlformats.org/officeDocument/2006/relationships/image" Target="../media/image6.wmf"/><Relationship Id="rId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0.wmf"/><Relationship Id="rId1" Type="http://schemas.openxmlformats.org/officeDocument/2006/relationships/image" Target="../media/image1.wmf"/><Relationship Id="rId6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58CC8-53ED-4AB2-8857-96150D545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1D96D4-3AEB-4BA6-A78F-A2C525C89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1D4527-CAB5-4857-B2A6-492F3D50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2DC932-EAFB-491E-BC76-C7DF6F54C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20F2F1-05B5-44A0-BDE6-5FCD9FEF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42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373C7-99B3-44E9-8638-B2C4FD35C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A8D176-AE2E-40D1-AC65-7F2ADFD03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90AEDE-4EA6-4214-955D-2364CC56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86364-3F13-49DE-B3C8-FC72701E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8DAC83-F66E-4CF1-B496-01FECB31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20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272EB-6F96-41A2-B272-1D804F7F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203986-73A0-4DC8-8F66-8B162449A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CCD167-561A-4138-BC40-790F92A5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C79F7-16F1-4F45-A16D-0DDCFD42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0EAEAE-7878-492B-A17B-3C14F3B6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92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76E70-41CE-4DB7-B3DF-C49B65EB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223AE2-8D5C-4402-9717-E3B83E09D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C47A5B-84F5-4EF7-8577-3092635CE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A097B3-E8CF-49B4-BE13-4AB09F73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5FDC9D-B228-425C-B290-225CBD5B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1E159C-FDAC-4A00-8D51-60027B5F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457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4A68B-DEC1-4FE8-B770-7F4BAC9F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A3CCA1-6A16-4C03-BA77-8CCF7D7F6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4888AA-4626-46A9-B157-AE4C6B636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40C1E6-EF4E-4324-AC1C-AE5A6FB7A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225DF7-8312-4EDC-B497-1B212FD70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5E3CBA-7622-44F1-9F34-0A924410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9BE32B-8AF5-4F18-9F51-1776B6B0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B511EB-8C16-4612-A54A-D2E43A95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26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DF703-D9BF-4363-8E6A-4C3E23D5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2B7529-0F18-4326-9296-EADAB7E5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DE5C9C-4B6F-4328-8157-7DF41BB3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7330E3-1688-4A3C-8772-B790BD01B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33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5F3BD1-1836-4E11-AE5D-9A9731AA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69BCD2-D3DA-4EA8-995C-9FD3AC49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FFD1EF-876A-4315-95E9-10F98F18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42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98779-182D-46D7-BCA6-104F28702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6C6F52-B747-4AE6-B7DF-6154FB2AF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812A6D-C726-4528-AB34-0A5E6EF88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9417BE-8CF6-426F-B516-5895AC227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DE37A7-DF54-404F-B91D-18164444B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72CF52-B330-499E-BAF2-F5A1DA9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792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C34CB-C0BC-4F82-9BFC-71A20E19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E8ABDB-247B-4F79-8B55-682F5C85D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8D854B-D1CC-4A64-B350-866045F7D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8B1A4C-6F38-480B-BF61-04E7C1A12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974BF2-C43C-4B36-A16A-10F2E712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FACE0B-224B-40AD-BEE2-AC3107E0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46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C4056-AA94-4943-A090-EF6BD863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4B9C11-AC90-4934-B2C1-193C269A1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EB71CD-E925-4724-8F9D-BBD142A7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76CB0E-A48D-4CA7-8A0C-120B4FDC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D3A41C-336C-4C12-8523-17489CF1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97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CE164C-7F61-4248-8655-5A8F555F8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458215-68A5-4605-83F4-1148FCA09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2B8686-F251-4EEA-886E-11C3C6A8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3DA33-5937-4674-B6FF-08F817B8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FACF8C-21FC-4C77-B2D3-7E13868E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83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34B246-5754-42CC-8059-C94D589C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78CE08-D8B6-405D-96C7-EA5D88351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ACE57C-F93E-4413-A2C8-76FF61B7F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0D917-1A84-4727-BC09-3D905F0CC93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89025C-88FE-4C47-9816-BF1B6D4F3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6A9B23-C134-4982-9A40-C6A63BC85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4C920-A76E-40D0-91EF-98C2FD5AC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59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5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8.png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oleObject" Target="../embeddings/oleObject15.bin"/><Relationship Id="rId3" Type="http://schemas.openxmlformats.org/officeDocument/2006/relationships/image" Target="../media/image5.png"/><Relationship Id="rId7" Type="http://schemas.openxmlformats.org/officeDocument/2006/relationships/image" Target="../media/image10.wmf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11" Type="http://schemas.openxmlformats.org/officeDocument/2006/relationships/oleObject" Target="../embeddings/oleObject14.bin"/><Relationship Id="rId5" Type="http://schemas.openxmlformats.org/officeDocument/2006/relationships/image" Target="../media/image1.wmf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8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.wmf"/><Relationship Id="rId1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16.wmf"/><Relationship Id="rId3" Type="http://schemas.openxmlformats.org/officeDocument/2006/relationships/image" Target="../media/image17.png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A03A29-3BEF-4108-ADBC-A033BE356117}"/>
              </a:ext>
            </a:extLst>
          </p:cNvPr>
          <p:cNvSpPr/>
          <p:nvPr/>
        </p:nvSpPr>
        <p:spPr>
          <a:xfrm>
            <a:off x="2609850" y="0"/>
            <a:ext cx="6953249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10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C172B45E-5D5A-4F63-858B-202CCD5AFF58}"/>
              </a:ext>
            </a:extLst>
          </p:cNvPr>
          <p:cNvGrpSpPr/>
          <p:nvPr/>
        </p:nvGrpSpPr>
        <p:grpSpPr>
          <a:xfrm>
            <a:off x="2867025" y="595814"/>
            <a:ext cx="6953249" cy="5666371"/>
            <a:chOff x="2867025" y="595814"/>
            <a:chExt cx="6953249" cy="566637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0F93203-55F6-45A3-BEEA-1A532AFBF293}"/>
                </a:ext>
              </a:extLst>
            </p:cNvPr>
            <p:cNvGrpSpPr/>
            <p:nvPr/>
          </p:nvGrpSpPr>
          <p:grpSpPr>
            <a:xfrm>
              <a:off x="2867025" y="595814"/>
              <a:ext cx="6953249" cy="5666371"/>
              <a:chOff x="2867025" y="595814"/>
              <a:chExt cx="6953249" cy="5666371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1C3EB4B1-9148-4EAE-9AD4-8E8816AE42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406" r="21562"/>
              <a:stretch/>
            </p:blipFill>
            <p:spPr>
              <a:xfrm>
                <a:off x="2867025" y="595814"/>
                <a:ext cx="6953249" cy="5287536"/>
              </a:xfrm>
              <a:prstGeom prst="rect">
                <a:avLst/>
              </a:prstGeom>
            </p:spPr>
          </p:pic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FB7685CE-65CC-4221-8A29-73F190B499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53175" y="3949725"/>
                <a:ext cx="1583266" cy="1826684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A359C6D3-01D6-4247-A2D9-E5BFC29676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0083" y="5776409"/>
                <a:ext cx="1766358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弧形 15">
                <a:extLst>
                  <a:ext uri="{FF2B5EF4-FFF2-40B4-BE49-F238E27FC236}">
                    <a16:creationId xmlns:a16="http://schemas.microsoft.com/office/drawing/2014/main" id="{2A87C13F-4D96-41C2-BF3E-9693CC6D5081}"/>
                  </a:ext>
                </a:extLst>
              </p:cNvPr>
              <p:cNvSpPr/>
              <p:nvPr/>
            </p:nvSpPr>
            <p:spPr>
              <a:xfrm rot="16200000">
                <a:off x="7450666" y="5290635"/>
                <a:ext cx="971550" cy="971550"/>
              </a:xfrm>
              <a:prstGeom prst="arc">
                <a:avLst>
                  <a:gd name="adj1" fmla="val 16200000"/>
                  <a:gd name="adj2" fmla="val 19092524"/>
                </a:avLst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40793C9B-4D20-488F-878D-A915CBFA75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5288012"/>
                  </p:ext>
                </p:extLst>
              </p:nvPr>
            </p:nvGraphicFramePr>
            <p:xfrm>
              <a:off x="6409266" y="5218619"/>
              <a:ext cx="1041400" cy="450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1" name="Equation" r:id="rId4" imgW="469800" imgH="203040" progId="Equation.DSMT4">
                      <p:embed/>
                    </p:oleObj>
                  </mc:Choice>
                  <mc:Fallback>
                    <p:oleObj name="Equation" r:id="rId4" imgW="469800" imgH="20304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02B29F2E-1801-44E1-ABCA-D0A1931EE3D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6409266" y="5218619"/>
                            <a:ext cx="1041400" cy="4508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对象 19">
                <a:extLst>
                  <a:ext uri="{FF2B5EF4-FFF2-40B4-BE49-F238E27FC236}">
                    <a16:creationId xmlns:a16="http://schemas.microsoft.com/office/drawing/2014/main" id="{1A3497A9-C751-471D-9447-F0E48D10DB3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1480959"/>
                  </p:ext>
                </p:extLst>
              </p:nvPr>
            </p:nvGraphicFramePr>
            <p:xfrm>
              <a:off x="4649788" y="2986113"/>
              <a:ext cx="673100" cy="514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2" name="Equation" r:id="rId6" imgW="266400" imgH="203040" progId="Equation.DSMT4">
                      <p:embed/>
                    </p:oleObj>
                  </mc:Choice>
                  <mc:Fallback>
                    <p:oleObj name="Equation" r:id="rId6" imgW="266400" imgH="203040" progId="Equation.DSMT4">
                      <p:embed/>
                      <p:pic>
                        <p:nvPicPr>
                          <p:cNvPr id="17" name="对象 16">
                            <a:extLst>
                              <a:ext uri="{FF2B5EF4-FFF2-40B4-BE49-F238E27FC236}">
                                <a16:creationId xmlns:a16="http://schemas.microsoft.com/office/drawing/2014/main" id="{39A11D05-1714-4F6E-B0B3-C31AB7984BE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4649788" y="2986113"/>
                            <a:ext cx="673100" cy="5143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8BC7625-B035-4A00-B6FC-FD3901AE88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2807" y="2793496"/>
                <a:ext cx="673801" cy="777394"/>
              </a:xfrm>
              <a:prstGeom prst="line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BC2DC584-BD3C-421A-A82E-2921C6B2C6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3610053"/>
                </p:ext>
              </p:extLst>
            </p:nvPr>
          </p:nvGraphicFramePr>
          <p:xfrm>
            <a:off x="6622217" y="1374276"/>
            <a:ext cx="1900238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3" name="Equation" r:id="rId8" imgW="965160" imgH="241200" progId="Equation.DSMT4">
                    <p:embed/>
                  </p:oleObj>
                </mc:Choice>
                <mc:Fallback>
                  <p:oleObj name="Equation" r:id="rId8" imgW="965160" imgH="2412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42A16C05-2A9A-4EEA-BF99-8015F2AEBB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622217" y="1374276"/>
                          <a:ext cx="1900238" cy="474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038327BA-4702-4CBB-84A6-9AA9247AD4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3353005"/>
                </p:ext>
              </p:extLst>
            </p:nvPr>
          </p:nvGraphicFramePr>
          <p:xfrm>
            <a:off x="6622217" y="1826488"/>
            <a:ext cx="1176000" cy="43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4" name="Equation" r:id="rId10" imgW="622080" imgH="228600" progId="Equation.DSMT4">
                    <p:embed/>
                  </p:oleObj>
                </mc:Choice>
                <mc:Fallback>
                  <p:oleObj name="Equation" r:id="rId10" imgW="622080" imgH="22860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18CF3A2A-59AA-4B8B-8814-3D92B5EA031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622217" y="1826488"/>
                          <a:ext cx="1176000" cy="432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34047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99D5A92F-12AF-4785-AEF2-724C1E6FB528}"/>
              </a:ext>
            </a:extLst>
          </p:cNvPr>
          <p:cNvGrpSpPr/>
          <p:nvPr/>
        </p:nvGrpSpPr>
        <p:grpSpPr>
          <a:xfrm>
            <a:off x="2486025" y="197858"/>
            <a:ext cx="6953249" cy="5648377"/>
            <a:chOff x="2486025" y="197858"/>
            <a:chExt cx="6953249" cy="564837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E1DFC99-2AC3-452F-8276-E016DED205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06" r="21562"/>
            <a:stretch/>
          </p:blipFill>
          <p:spPr>
            <a:xfrm>
              <a:off x="2486025" y="197858"/>
              <a:ext cx="6953249" cy="5287536"/>
            </a:xfrm>
            <a:prstGeom prst="rect">
              <a:avLst/>
            </a:prstGeom>
          </p:spPr>
        </p:pic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E5B15D4-4A25-4196-ACDC-DDE05C15AE95}"/>
                </a:ext>
              </a:extLst>
            </p:cNvPr>
            <p:cNvCxnSpPr>
              <a:cxnSpLocks/>
            </p:cNvCxnSpPr>
            <p:nvPr/>
          </p:nvCxnSpPr>
          <p:spPr>
            <a:xfrm>
              <a:off x="6031442" y="3624792"/>
              <a:ext cx="1583266" cy="1735667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8574213-D0A6-41A5-AE12-0B2324E5651F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50" y="5360459"/>
              <a:ext cx="1766358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弧形 13">
              <a:extLst>
                <a:ext uri="{FF2B5EF4-FFF2-40B4-BE49-F238E27FC236}">
                  <a16:creationId xmlns:a16="http://schemas.microsoft.com/office/drawing/2014/main" id="{8645C970-AF9C-41B2-A592-8FBBB29152E2}"/>
                </a:ext>
              </a:extLst>
            </p:cNvPr>
            <p:cNvSpPr/>
            <p:nvPr/>
          </p:nvSpPr>
          <p:spPr>
            <a:xfrm rot="16200000">
              <a:off x="7128933" y="4874685"/>
              <a:ext cx="971550" cy="971550"/>
            </a:xfrm>
            <a:prstGeom prst="arc">
              <a:avLst>
                <a:gd name="adj1" fmla="val 16200000"/>
                <a:gd name="adj2" fmla="val 18897934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2B29F2E-1801-44E1-ABCA-D0A1931EE3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5759656"/>
                </p:ext>
              </p:extLst>
            </p:nvPr>
          </p:nvGraphicFramePr>
          <p:xfrm>
            <a:off x="6090708" y="4784675"/>
            <a:ext cx="1038225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" name="Equation" r:id="rId4" imgW="469800" imgH="203040" progId="Equation.DSMT4">
                    <p:embed/>
                  </p:oleObj>
                </mc:Choice>
                <mc:Fallback>
                  <p:oleObj name="Equation" r:id="rId4" imgW="4698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090708" y="4784675"/>
                          <a:ext cx="1038225" cy="450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2A16C05-2A9A-4EEA-BF99-8015F2AEBB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2177917"/>
                </p:ext>
              </p:extLst>
            </p:nvPr>
          </p:nvGraphicFramePr>
          <p:xfrm>
            <a:off x="6251575" y="1027113"/>
            <a:ext cx="1900238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8" name="Equation" r:id="rId6" imgW="965160" imgH="241200" progId="Equation.DSMT4">
                    <p:embed/>
                  </p:oleObj>
                </mc:Choice>
                <mc:Fallback>
                  <p:oleObj name="Equation" r:id="rId6" imgW="9651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251575" y="1027113"/>
                          <a:ext cx="1900238" cy="474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9A11D05-1714-4F6E-B0B3-C31AB7984B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1494835"/>
                </p:ext>
              </p:extLst>
            </p:nvPr>
          </p:nvGraphicFramePr>
          <p:xfrm>
            <a:off x="4231217" y="2683203"/>
            <a:ext cx="867339" cy="45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" name="Equation" r:id="rId8" imgW="342720" imgH="177480" progId="Equation.DSMT4">
                    <p:embed/>
                  </p:oleObj>
                </mc:Choice>
                <mc:Fallback>
                  <p:oleObj name="Equation" r:id="rId8" imgW="3427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231217" y="2683203"/>
                          <a:ext cx="867339" cy="450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18CF3A2A-59AA-4B8B-8814-3D92B5EA03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0083580"/>
                </p:ext>
              </p:extLst>
            </p:nvPr>
          </p:nvGraphicFramePr>
          <p:xfrm>
            <a:off x="6251575" y="1479325"/>
            <a:ext cx="1176000" cy="43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" name="Equation" r:id="rId10" imgW="622080" imgH="228600" progId="Equation.DSMT4">
                    <p:embed/>
                  </p:oleObj>
                </mc:Choice>
                <mc:Fallback>
                  <p:oleObj name="Equation" r:id="rId10" imgW="6220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251575" y="1479325"/>
                          <a:ext cx="1176000" cy="432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95203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2A16C05-2A9A-4EEA-BF99-8015F2AEBB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484" y="1039339"/>
          <a:ext cx="1800000" cy="45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3" imgW="914400" imgH="228600" progId="Equation.DSMT4">
                  <p:embed/>
                </p:oleObj>
              </mc:Choice>
              <mc:Fallback>
                <p:oleObj name="Equation" r:id="rId3" imgW="914400" imgH="228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2A16C05-2A9A-4EEA-BF99-8015F2AEBB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00484" y="1039339"/>
                        <a:ext cx="1800000" cy="45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9A11D05-1714-4F6E-B0B3-C31AB7984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1217" y="2683203"/>
          <a:ext cx="867339" cy="45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5" imgW="342720" imgH="177480" progId="Equation.DSMT4">
                  <p:embed/>
                </p:oleObj>
              </mc:Choice>
              <mc:Fallback>
                <p:oleObj name="Equation" r:id="rId5" imgW="342720" imgH="177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39A11D05-1714-4F6E-B0B3-C31AB7984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31217" y="2683203"/>
                        <a:ext cx="867339" cy="45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0659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4C9F100-E17D-4600-A21A-EBEDE72283B7}"/>
              </a:ext>
            </a:extLst>
          </p:cNvPr>
          <p:cNvGrpSpPr/>
          <p:nvPr/>
        </p:nvGrpSpPr>
        <p:grpSpPr>
          <a:xfrm>
            <a:off x="5286983" y="595814"/>
            <a:ext cx="6953249" cy="5666371"/>
            <a:chOff x="2609850" y="675164"/>
            <a:chExt cx="6953249" cy="566637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389D226-5E50-4855-A41E-3661484BBF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06" r="21562"/>
            <a:stretch/>
          </p:blipFill>
          <p:spPr>
            <a:xfrm>
              <a:off x="2609850" y="675164"/>
              <a:ext cx="6953249" cy="5287536"/>
            </a:xfrm>
            <a:prstGeom prst="rect">
              <a:avLst/>
            </a:prstGeom>
          </p:spPr>
        </p:pic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5B121E-9465-45E8-8C0B-D02AEA558BA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29075"/>
              <a:ext cx="1583266" cy="1826684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4B04061-C4DB-47DB-8A72-BD620721389C}"/>
                </a:ext>
              </a:extLst>
            </p:cNvPr>
            <p:cNvCxnSpPr>
              <a:cxnSpLocks/>
            </p:cNvCxnSpPr>
            <p:nvPr/>
          </p:nvCxnSpPr>
          <p:spPr>
            <a:xfrm>
              <a:off x="5912908" y="5855759"/>
              <a:ext cx="1766358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弧形 5">
              <a:extLst>
                <a:ext uri="{FF2B5EF4-FFF2-40B4-BE49-F238E27FC236}">
                  <a16:creationId xmlns:a16="http://schemas.microsoft.com/office/drawing/2014/main" id="{95B08BC3-8033-41DE-BC35-413414154475}"/>
                </a:ext>
              </a:extLst>
            </p:cNvPr>
            <p:cNvSpPr/>
            <p:nvPr/>
          </p:nvSpPr>
          <p:spPr>
            <a:xfrm rot="16200000">
              <a:off x="7193491" y="5369985"/>
              <a:ext cx="971550" cy="971550"/>
            </a:xfrm>
            <a:prstGeom prst="arc">
              <a:avLst>
                <a:gd name="adj1" fmla="val 16200000"/>
                <a:gd name="adj2" fmla="val 19092524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E84612A-8339-473D-9FF6-1DAAF1C177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6949844"/>
                </p:ext>
              </p:extLst>
            </p:nvPr>
          </p:nvGraphicFramePr>
          <p:xfrm>
            <a:off x="6152091" y="5297969"/>
            <a:ext cx="1041400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0" name="Equation" r:id="rId4" imgW="469800" imgH="203040" progId="Equation.DSMT4">
                    <p:embed/>
                  </p:oleObj>
                </mc:Choice>
                <mc:Fallback>
                  <p:oleObj name="Equation" r:id="rId4" imgW="469800" imgH="20304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40793C9B-4D20-488F-878D-A915CBFA756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152091" y="5297969"/>
                          <a:ext cx="1041400" cy="450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F343963-E77D-4232-9DA5-9445C592BB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0307499"/>
                </p:ext>
              </p:extLst>
            </p:nvPr>
          </p:nvGraphicFramePr>
          <p:xfrm>
            <a:off x="6316055" y="1441425"/>
            <a:ext cx="1900237" cy="474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1" name="Equation" r:id="rId6" imgW="965160" imgH="241200" progId="Equation.DSMT4">
                    <p:embed/>
                  </p:oleObj>
                </mc:Choice>
                <mc:Fallback>
                  <p:oleObj name="Equation" r:id="rId6" imgW="965160" imgH="24120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82ACC70-B843-48C0-8B1F-EDA66E7B6B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316055" y="1441425"/>
                          <a:ext cx="1900237" cy="4746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E0577107-0ED5-486E-9707-56A9681295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5155418"/>
                </p:ext>
              </p:extLst>
            </p:nvPr>
          </p:nvGraphicFramePr>
          <p:xfrm>
            <a:off x="4392613" y="3065463"/>
            <a:ext cx="67310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2" name="Equation" r:id="rId8" imgW="266400" imgH="203040" progId="Equation.DSMT4">
                    <p:embed/>
                  </p:oleObj>
                </mc:Choice>
                <mc:Fallback>
                  <p:oleObj name="Equation" r:id="rId8" imgW="266400" imgH="20304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1A3497A9-C751-471D-9447-F0E48D10DB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392613" y="3065463"/>
                          <a:ext cx="673100" cy="514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9CFB641-7111-46B7-86D0-90866A06EC06}"/>
                </a:ext>
              </a:extLst>
            </p:cNvPr>
            <p:cNvCxnSpPr>
              <a:cxnSpLocks/>
            </p:cNvCxnSpPr>
            <p:nvPr/>
          </p:nvCxnSpPr>
          <p:spPr>
            <a:xfrm>
              <a:off x="6125632" y="2872846"/>
              <a:ext cx="673801" cy="777394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B847352-0BBB-4260-A3E3-7818C8344A80}"/>
              </a:ext>
            </a:extLst>
          </p:cNvPr>
          <p:cNvGrpSpPr/>
          <p:nvPr/>
        </p:nvGrpSpPr>
        <p:grpSpPr>
          <a:xfrm>
            <a:off x="-280657" y="595814"/>
            <a:ext cx="6953249" cy="5648377"/>
            <a:chOff x="2609850" y="988433"/>
            <a:chExt cx="6953249" cy="5648377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05FFC5C-F454-4768-88B4-E8CBA1C15D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06" r="21562"/>
            <a:stretch/>
          </p:blipFill>
          <p:spPr>
            <a:xfrm>
              <a:off x="2609850" y="988433"/>
              <a:ext cx="6953249" cy="5287536"/>
            </a:xfrm>
            <a:prstGeom prst="rect">
              <a:avLst/>
            </a:prstGeom>
          </p:spPr>
        </p:pic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DAC04F5-EB87-40A8-ADFF-AC8F38F78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55267" y="4415367"/>
              <a:ext cx="1583266" cy="1735667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AAE8A34-EC94-46B8-A13E-D8FF2422C3AD}"/>
                </a:ext>
              </a:extLst>
            </p:cNvPr>
            <p:cNvCxnSpPr>
              <a:cxnSpLocks/>
            </p:cNvCxnSpPr>
            <p:nvPr/>
          </p:nvCxnSpPr>
          <p:spPr>
            <a:xfrm>
              <a:off x="5972175" y="6151034"/>
              <a:ext cx="1766358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6AEFE3AD-1AF9-4B8E-AF1F-357676E16EAB}"/>
                </a:ext>
              </a:extLst>
            </p:cNvPr>
            <p:cNvSpPr/>
            <p:nvPr/>
          </p:nvSpPr>
          <p:spPr>
            <a:xfrm rot="16200000">
              <a:off x="7252758" y="5665260"/>
              <a:ext cx="971550" cy="971550"/>
            </a:xfrm>
            <a:prstGeom prst="arc">
              <a:avLst>
                <a:gd name="adj1" fmla="val 16200000"/>
                <a:gd name="adj2" fmla="val 18897934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8E6C793-A324-45E1-91A7-7545CE9442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0554143"/>
                </p:ext>
              </p:extLst>
            </p:nvPr>
          </p:nvGraphicFramePr>
          <p:xfrm>
            <a:off x="6214533" y="5575250"/>
            <a:ext cx="1038225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" name="Equation" r:id="rId11" imgW="469800" imgH="203040" progId="Equation.DSMT4">
                    <p:embed/>
                  </p:oleObj>
                </mc:Choice>
                <mc:Fallback>
                  <p:oleObj name="Equation" r:id="rId11" imgW="469800" imgH="20304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02B29F2E-1801-44E1-ABCA-D0A1931EE3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214533" y="5575250"/>
                          <a:ext cx="1038225" cy="450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49FB0A22-DB8B-4631-8063-A73D59B4F5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7910593"/>
                </p:ext>
              </p:extLst>
            </p:nvPr>
          </p:nvGraphicFramePr>
          <p:xfrm>
            <a:off x="6375070" y="1816607"/>
            <a:ext cx="1900237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4" name="Equation" r:id="rId13" imgW="965160" imgH="241200" progId="Equation.DSMT4">
                    <p:embed/>
                  </p:oleObj>
                </mc:Choice>
                <mc:Fallback>
                  <p:oleObj name="Equation" r:id="rId13" imgW="965160" imgH="2412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42A16C05-2A9A-4EEA-BF99-8015F2AEBB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375070" y="1816607"/>
                          <a:ext cx="1900237" cy="4762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6A8271C9-303A-470E-85CA-410151C5E9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8629568"/>
                </p:ext>
              </p:extLst>
            </p:nvPr>
          </p:nvGraphicFramePr>
          <p:xfrm>
            <a:off x="4355042" y="3473778"/>
            <a:ext cx="867339" cy="45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5" name="Equation" r:id="rId15" imgW="342720" imgH="177480" progId="Equation.DSMT4">
                    <p:embed/>
                  </p:oleObj>
                </mc:Choice>
                <mc:Fallback>
                  <p:oleObj name="Equation" r:id="rId15" imgW="342720" imgH="1774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39A11D05-1714-4F6E-B0B3-C31AB7984B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55042" y="3473778"/>
                          <a:ext cx="867339" cy="450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8518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66D76D47-3BED-4A92-B87E-0AEF09C826D6}"/>
              </a:ext>
            </a:extLst>
          </p:cNvPr>
          <p:cNvGrpSpPr/>
          <p:nvPr/>
        </p:nvGrpSpPr>
        <p:grpSpPr>
          <a:xfrm>
            <a:off x="2609850" y="91010"/>
            <a:ext cx="6953249" cy="5850475"/>
            <a:chOff x="2609850" y="91010"/>
            <a:chExt cx="6953249" cy="585047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5395AC5-E168-439A-9F95-5182DF6B41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06" r="21562"/>
            <a:stretch/>
          </p:blipFill>
          <p:spPr>
            <a:xfrm>
              <a:off x="2609850" y="556632"/>
              <a:ext cx="6953249" cy="5287536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5CDACBD-99BC-4773-97DD-6368C4769E4F}"/>
                </a:ext>
              </a:extLst>
            </p:cNvPr>
            <p:cNvCxnSpPr>
              <a:cxnSpLocks/>
            </p:cNvCxnSpPr>
            <p:nvPr/>
          </p:nvCxnSpPr>
          <p:spPr>
            <a:xfrm>
              <a:off x="7048500" y="4467225"/>
              <a:ext cx="1766358" cy="988484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E4F4B9F-F62D-46FE-8685-5BA337E22388}"/>
                </a:ext>
              </a:extLst>
            </p:cNvPr>
            <p:cNvCxnSpPr>
              <a:cxnSpLocks/>
            </p:cNvCxnSpPr>
            <p:nvPr/>
          </p:nvCxnSpPr>
          <p:spPr>
            <a:xfrm>
              <a:off x="7048500" y="5455709"/>
              <a:ext cx="1766358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BF23CA30-1943-4F86-9551-D0B1C3C172FA}"/>
                </a:ext>
              </a:extLst>
            </p:cNvPr>
            <p:cNvSpPr/>
            <p:nvPr/>
          </p:nvSpPr>
          <p:spPr>
            <a:xfrm rot="16200000">
              <a:off x="8329083" y="4969935"/>
              <a:ext cx="971550" cy="971550"/>
            </a:xfrm>
            <a:prstGeom prst="arc">
              <a:avLst>
                <a:gd name="adj1" fmla="val 16200000"/>
                <a:gd name="adj2" fmla="val 17911101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AE1FD20-127E-4F6D-AD17-34C511A5E9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5420784"/>
                </p:ext>
              </p:extLst>
            </p:nvPr>
          </p:nvGraphicFramePr>
          <p:xfrm>
            <a:off x="6738408" y="4841826"/>
            <a:ext cx="1038225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3" name="Equation" r:id="rId4" imgW="469800" imgH="203040" progId="Equation.DSMT4">
                    <p:embed/>
                  </p:oleObj>
                </mc:Choice>
                <mc:Fallback>
                  <p:oleObj name="Equation" r:id="rId4" imgW="469800" imgH="20304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02B29F2E-1801-44E1-ABCA-D0A1931EE3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738408" y="4841826"/>
                          <a:ext cx="1038225" cy="450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104F3C8-FB74-42FE-AB56-3CAB55D899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1753851"/>
                </p:ext>
              </p:extLst>
            </p:nvPr>
          </p:nvGraphicFramePr>
          <p:xfrm>
            <a:off x="6738408" y="1784028"/>
            <a:ext cx="1200150" cy="449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4" name="Equation" r:id="rId6" imgW="609480" imgH="228600" progId="Equation.DSMT4">
                    <p:embed/>
                  </p:oleObj>
                </mc:Choice>
                <mc:Fallback>
                  <p:oleObj name="Equation" r:id="rId6" imgW="609480" imgH="2286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42A16C05-2A9A-4EEA-BF99-8015F2AEBB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738408" y="1784028"/>
                          <a:ext cx="1200150" cy="4492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8CC78E8-75DD-4279-88A9-E5588A69E15B}"/>
                </a:ext>
              </a:extLst>
            </p:cNvPr>
            <p:cNvCxnSpPr>
              <a:cxnSpLocks/>
            </p:cNvCxnSpPr>
            <p:nvPr/>
          </p:nvCxnSpPr>
          <p:spPr>
            <a:xfrm>
              <a:off x="5095875" y="2211916"/>
              <a:ext cx="990599" cy="554356"/>
            </a:xfrm>
            <a:prstGeom prst="line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B5D1003-EB85-48A6-8D04-29540F10EF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3316295"/>
                </p:ext>
              </p:extLst>
            </p:nvPr>
          </p:nvGraphicFramePr>
          <p:xfrm>
            <a:off x="6738408" y="2211916"/>
            <a:ext cx="1225000" cy="45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5" name="Equation" r:id="rId8" imgW="622080" imgH="228600" progId="Equation.DSMT4">
                    <p:embed/>
                  </p:oleObj>
                </mc:Choice>
                <mc:Fallback>
                  <p:oleObj name="Equation" r:id="rId8" imgW="6220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738408" y="2211916"/>
                          <a:ext cx="1225000" cy="450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63E7CB9-61C9-4AD9-9663-1EDD25ED0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6383" y="913568"/>
              <a:ext cx="449581" cy="94141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EBE59C3-827D-4BF3-8993-130B82C1D4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3911419"/>
                </p:ext>
              </p:extLst>
            </p:nvPr>
          </p:nvGraphicFramePr>
          <p:xfrm>
            <a:off x="5065964" y="465096"/>
            <a:ext cx="1500000" cy="45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6" name="Equation" r:id="rId10" imgW="761760" imgH="228600" progId="Equation.DSMT4">
                    <p:embed/>
                  </p:oleObj>
                </mc:Choice>
                <mc:Fallback>
                  <p:oleObj name="Equation" r:id="rId10" imgW="7617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065964" y="465096"/>
                          <a:ext cx="1500000" cy="450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230542B5-1DBC-4DAD-9F6E-EF29D7F4BD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8640634"/>
                </p:ext>
              </p:extLst>
            </p:nvPr>
          </p:nvGraphicFramePr>
          <p:xfrm>
            <a:off x="4512403" y="91010"/>
            <a:ext cx="2607121" cy="3840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" name="Equation" r:id="rId12" imgW="1206360" imgH="177480" progId="Equation.DSMT4">
                    <p:embed/>
                  </p:oleObj>
                </mc:Choice>
                <mc:Fallback>
                  <p:oleObj name="Equation" r:id="rId12" imgW="1206360" imgH="1774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6A8271C9-303A-470E-85CA-410151C5E9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512403" y="91010"/>
                          <a:ext cx="2607121" cy="3840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40124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EDC361-E038-41F3-94E0-EF056D54516F}"/>
              </a:ext>
            </a:extLst>
          </p:cNvPr>
          <p:cNvSpPr txBox="1"/>
          <p:nvPr/>
        </p:nvSpPr>
        <p:spPr>
          <a:xfrm>
            <a:off x="3695700" y="790575"/>
            <a:ext cx="247650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、“在粗网格、固定 </a:t>
            </a:r>
            <a:r>
              <a:rPr lang="en-US" altLang="zh-CN" dirty="0"/>
              <a:t>tessellation </a:t>
            </a:r>
            <a:r>
              <a:rPr lang="zh-CN" altLang="en-US" dirty="0"/>
              <a:t>或 </a:t>
            </a:r>
            <a:r>
              <a:rPr lang="en-US" altLang="zh-CN" dirty="0"/>
              <a:t>faceted collision proxy </a:t>
            </a:r>
            <a:r>
              <a:rPr lang="zh-CN" altLang="en-US" dirty="0"/>
              <a:t>中，接触点跨单元时法向和切向基会跳变，这种几何跳变会直接进入库仑摩擦响应，表现为 </a:t>
            </a:r>
            <a:r>
              <a:rPr lang="en-US" altLang="zh-CN" dirty="0"/>
              <a:t>friction-force spike</a:t>
            </a:r>
            <a:r>
              <a:rPr lang="zh-CN" altLang="en-US" dirty="0"/>
              <a:t>、</a:t>
            </a:r>
            <a:r>
              <a:rPr lang="en-US" altLang="zh-CN" dirty="0"/>
              <a:t>tangential-speed jitter </a:t>
            </a:r>
            <a:r>
              <a:rPr lang="zh-CN" altLang="en-US" dirty="0"/>
              <a:t>和 </a:t>
            </a:r>
            <a:r>
              <a:rPr lang="en-US" altLang="zh-CN" dirty="0"/>
              <a:t>stick-slip chatter</a:t>
            </a:r>
            <a:r>
              <a:rPr lang="zh-CN" altLang="en-US" dirty="0"/>
              <a:t>。”这里或许不应当提到粗网格；</a:t>
            </a:r>
            <a:r>
              <a:rPr lang="en-US" altLang="zh-CN" dirty="0"/>
              <a:t>2</a:t>
            </a:r>
            <a:r>
              <a:rPr lang="zh-CN" altLang="en-US" dirty="0"/>
              <a:t>、“</a:t>
            </a:r>
            <a:r>
              <a:rPr lang="en-US" altLang="zh-CN" dirty="0"/>
              <a:t>Same-scene geometry-backend comparison protocol”</a:t>
            </a:r>
            <a:r>
              <a:rPr lang="zh-CN" altLang="en-US" dirty="0"/>
              <a:t>和“</a:t>
            </a:r>
            <a:r>
              <a:rPr lang="en-US" altLang="zh-CN" dirty="0"/>
              <a:t>Native C++ backend with practical timing evidence”</a:t>
            </a:r>
            <a:r>
              <a:rPr lang="zh-CN" altLang="en-US" dirty="0"/>
              <a:t>不应当作为创新点；</a:t>
            </a:r>
            <a:r>
              <a:rPr lang="en-US" altLang="zh-CN" dirty="0"/>
              <a:t>3</a:t>
            </a:r>
            <a:r>
              <a:rPr lang="zh-CN" altLang="en-US" dirty="0"/>
              <a:t>、“</a:t>
            </a:r>
            <a:r>
              <a:rPr lang="en-US" altLang="zh-CN" dirty="0"/>
              <a:t>Engineering validation with bounded claims”</a:t>
            </a:r>
            <a:r>
              <a:rPr lang="zh-CN" altLang="en-US" dirty="0"/>
              <a:t>应当更换为更高效且更优秀，很好的避免了加速度的波动跳变。</a:t>
            </a:r>
            <a:r>
              <a:rPr lang="en-US" altLang="zh-CN" dirty="0"/>
              <a:t>4</a:t>
            </a:r>
            <a:r>
              <a:rPr lang="zh-CN" altLang="en-US" dirty="0"/>
              <a:t>、重新梳理创新点，四个点，应当从新理论；另外就是高效；稳定？平滑？（表述我们方法的优势）；还需要有一个。</a:t>
            </a:r>
          </a:p>
        </p:txBody>
      </p:sp>
    </p:spTree>
    <p:extLst>
      <p:ext uri="{BB962C8B-B14F-4D97-AF65-F5344CB8AC3E}">
        <p14:creationId xmlns:p14="http://schemas.microsoft.com/office/powerpoint/2010/main" val="3138717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150</Words>
  <Application>Microsoft Office PowerPoint</Application>
  <PresentationFormat>宽屏</PresentationFormat>
  <Paragraphs>1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李</dc:creator>
  <cp:lastModifiedBy>林 李</cp:lastModifiedBy>
  <cp:revision>11</cp:revision>
  <dcterms:created xsi:type="dcterms:W3CDTF">2026-05-31T07:23:29Z</dcterms:created>
  <dcterms:modified xsi:type="dcterms:W3CDTF">2026-06-01T01:35:12Z</dcterms:modified>
</cp:coreProperties>
</file>